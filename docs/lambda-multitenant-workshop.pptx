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ideia central: a mesma Lambda atende vários clientes, cada um com seu próprio banco, e quem decide qual banco usar é o header X-Secret-Id de cada requisição — não uma variável de ambiente fixa no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o jeito comum é amarrar a Lambda a um banco via variável de ambiente ou secret fixo. Com vários clientes isso vira N deploys idênticos. A proposta: o secret passa a ser um dado da requisição.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da esquerda para a direita. O ponto-chave é o AbstractRoutingDataSource do Spring: a cada getConnection() ele pergunta 'qual a chave?' e a chave é o secretId que o filtro guardou no ThreadLocal. O pool de cada tenant é criado uma única vez por container e fica em cache enquanto o container estiver quente.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DatabaseConfig.java na IDE. Tudo de multitenant vive em 3 arquivos da pasta config: SecretHeaderFilter, SecretContextHolder e DatabaseConfig. O resto do projeto não sabe que é multitenant.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 demo.ps1 -Pausar. Deixar o log da aplicação visível: no 1º acesso de cada tenant aparece 'secret lido e pool criado'; nas próximas, 'pool reaproveitado do cache'. Mostrar também o POST no tenant C e que o usuário não aparece no tenant A. Fechar com os dois 400: sem header não existe banco padrão.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Pool: mesmo padrão que adotamos em julho/2026 depois de esgotar conexões do Postgres em DEV (minimumIdle=1 prendia 1 conexão por container). ThreadLocal: bug clássico e silencioso em ambiente com reuso de thread. Segurança: o header é controlado pelo cliente; aqui ele é aceito para fins didáticos, mas em produção o tenant deve ser derivado de uma identidade autenticada.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evolução natural. No agilcorp o tenant do JWT já existe em parte (claim contaAtivaId).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DEV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Multitenant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função, N bancos de dados.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é escolhido a cada requisição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header X-Secret-Id.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 · Spring Boot 3 · AWS Lambda · Secrets Manager · Hikari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flipV="1">
            <a:off x="9052560" y="1828800"/>
            <a:ext cx="1005840" cy="1508760"/>
          </a:xfrm>
          <a:prstGeom prst="line">
            <a:avLst/>
          </a:prstGeom>
          <a:noFill/>
          <a:ln w="25400">
            <a:solidFill>
              <a:srgbClr val="4A55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0" y="3337560"/>
            <a:ext cx="1005840" cy="182880"/>
          </a:xfrm>
          <a:prstGeom prst="line">
            <a:avLst/>
          </a:prstGeom>
          <a:noFill/>
          <a:ln w="25400">
            <a:solidFill>
              <a:srgbClr val="4A55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3337560"/>
            <a:ext cx="1005840" cy="1874520"/>
          </a:xfrm>
          <a:prstGeom prst="line">
            <a:avLst/>
          </a:prstGeom>
          <a:noFill/>
          <a:ln w="25400">
            <a:solidFill>
              <a:srgbClr val="4A55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29260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0" y="2926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 lambda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0" y="1463040"/>
            <a:ext cx="731520" cy="73152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0" y="31546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0" y="3154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088136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0" y="4846320"/>
            <a:ext cx="731520" cy="7315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0" y="4846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0" y="5029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O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fixo na Lambda não escala com clientes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2F4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fixo no deploy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8A94A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468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68780" y="2971800"/>
            <a:ext cx="914" cy="45720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3429000"/>
            <a:ext cx="594360" cy="59436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0" name="Shape 8"/>
          <p:cNvSpPr/>
          <p:nvPr/>
        </p:nvSpPr>
        <p:spPr>
          <a:xfrm>
            <a:off x="2697480" y="246888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8A94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97480" y="2468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68980" y="2971800"/>
            <a:ext cx="914" cy="45720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34290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246888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8A94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97680" y="2468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69180" y="2971800"/>
            <a:ext cx="914" cy="45720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429000"/>
            <a:ext cx="594360" cy="5943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3434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deploy por cliente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funções idênticas para manter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novo = pipeline novo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63640" y="150876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2F4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1737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dinâmico por requisição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366760" y="24688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6676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 flipV="1">
            <a:off x="7383780" y="2971800"/>
            <a:ext cx="1577340" cy="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0" y="3429000"/>
            <a:ext cx="594360" cy="59436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0" y="2971800"/>
            <a:ext cx="22860" cy="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34290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120" y="2971800"/>
            <a:ext cx="1623060" cy="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87000" y="3429000"/>
            <a:ext cx="594360" cy="5943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29400" y="43434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deploy atende todos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novo = secret novo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mudança de código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COMO FUNCIONA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header ao banco em 4 passos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Requisição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X-Secret-Id: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workshop/tenant-a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90672" y="2514600"/>
            <a:ext cx="283464" cy="91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1568" y="16002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3630168" y="18288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01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SecretHeaderFilter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2788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o header.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header → 400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514600"/>
            <a:ext cx="283464" cy="91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54496" y="16002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83096" y="18288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8309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SecretContextHolder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83096" y="2788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ThreadLocal com 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da requisição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96528" y="2514600"/>
            <a:ext cx="283464" cy="91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07424" y="16002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41A26"/>
          </a:solidFill>
          <a:ln/>
        </p:spPr>
      </p:sp>
      <p:sp>
        <p:nvSpPr>
          <p:cNvPr id="23" name="Shape 21"/>
          <p:cNvSpPr/>
          <p:nvPr/>
        </p:nvSpPr>
        <p:spPr>
          <a:xfrm>
            <a:off x="9336024" y="18288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3602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TenantRoutingDataSource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336024" y="2788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determineCurrent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LookupKey()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364724" y="3429000"/>
            <a:ext cx="914" cy="685800"/>
          </a:xfrm>
          <a:prstGeom prst="line">
            <a:avLst/>
          </a:prstGeom>
          <a:noFill/>
          <a:ln w="25400">
            <a:solidFill>
              <a:srgbClr val="1B21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4114800"/>
            <a:ext cx="7621524" cy="914"/>
          </a:xfrm>
          <a:prstGeom prst="line">
            <a:avLst/>
          </a:prstGeom>
          <a:noFill/>
          <a:ln w="25400">
            <a:solidFill>
              <a:srgbClr val="1B21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4114800"/>
            <a:ext cx="914" cy="182880"/>
          </a:xfrm>
          <a:prstGeom prst="line">
            <a:avLst/>
          </a:prstGeom>
          <a:noFill/>
          <a:ln w="25400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364724" y="4114800"/>
            <a:ext cx="914" cy="182880"/>
          </a:xfrm>
          <a:prstGeom prst="line">
            <a:avLst/>
          </a:prstGeom>
          <a:noFill/>
          <a:ln w="25400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48640" y="4343400"/>
            <a:ext cx="4480560" cy="178308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acesso do tenant no container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49377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Manager → host, banco, usuário, senha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cria pool Hikari → guarda no cache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cria as tabelas se o banco estiver vazio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766560" y="4343400"/>
            <a:ext cx="4892040" cy="178308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4088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Demais requisições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49377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reaproveitado do cache.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chamada ao Secrets Manager.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controller nunca sabe qual é o tenant.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 CÓDIGO QUE IMPORTA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método decide o banco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343400"/>
          </a:xfrm>
          <a:prstGeom prst="roundRect">
            <a:avLst>
              <a:gd name="adj" fmla="val 2526"/>
            </a:avLst>
          </a:prstGeom>
          <a:solidFill>
            <a:srgbClr val="1F273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A9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 Object determineCurrentLookupKey()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secretId = SecretContextHolder.getSecretId();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(secretId == null || secretId.isBlank())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BOOTSTRAP_KEY;  // só no startup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registrarTenant(secretId); // 1ª vez: secret + pool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secretId;           // demais: cache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55280" y="1645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0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= secretId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valor do header vira a chave do pool no cache.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31089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30906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criado 1x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tenant, por container. Depois é leitura de HashMap.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45720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552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45537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limpo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4983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UsuarioController é um CRUD comum: zero linha sobre tenant.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DEMO AO VIVO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URL, três bancos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685800"/>
          </a:xfrm>
          <a:prstGeom prst="roundRect">
            <a:avLst>
              <a:gd name="adj" fmla="val 16000"/>
            </a:avLst>
          </a:prstGeom>
          <a:solidFill>
            <a:srgbClr val="141A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/tenant/info      X-Secret-Id: workshop/tenant-?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109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251460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X-Secret-Id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Usuário do banco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A5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workshop/tenant-a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tenant_a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tenant_a_user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· 2 usuários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C3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workshop/tenant-b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tenant_b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tenant_b_user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· 3 usuários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11D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workshop/tenant-c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tenant_c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tenant_c_user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· tabela criada no 1º acesso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(sem header)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· header obrigatório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workshop/tenant-x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· secret não encontrado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Roteiro: demo.ps1 -Pausar  ·  ou demo.http na IDE  ·  infra: docker compose up (Postgres + LocalStack)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PONTOS DE ATENÇÃO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quando é Lambda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92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pequeno por tenant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231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maximumPoolSize=2, minimumIdle=0.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tenants × M containers quentes = conexões no banco.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892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ThreadLocal.clear() no finally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4231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container reaproveita a thread.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limpar, a próxima requisição herda o tenant.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2519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315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acesso por tenant é mais lento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8463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Manager + conexão + schema.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disso, só cache.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251960"/>
            <a:ext cx="548640" cy="5486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315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é entrada do cliente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8463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fallback silencioso para outro banco.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produção: tenant vindo do JWT + allowlist na IAM.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isso a produção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7335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Proxy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756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frente do Postgres para absorver o fan-out de conexões.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86207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do JWT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644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vez de header livre — o token diz qual conta a sessão representa.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640080" cy="64008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507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Rotação de secret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4531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no cache de pools para pegar senha rotacionada sem redeploy.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1F273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0" y="20116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834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da demo: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RH-Benficios/lambda-multitenant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· demo.ps1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 Multitenant</dc:title>
  <dc:subject>PptxGenJS Presentation</dc:subject>
  <dc:creator>PptxGenJS</dc:creator>
  <cp:lastModifiedBy>PptxGenJS</cp:lastModifiedBy>
  <cp:revision>1</cp:revision>
  <dcterms:created xsi:type="dcterms:W3CDTF">2026-09-28T13:53:58Z</dcterms:created>
  <dcterms:modified xsi:type="dcterms:W3CDTF">2026-09-28T13:53:58Z</dcterms:modified>
</cp:coreProperties>
</file>