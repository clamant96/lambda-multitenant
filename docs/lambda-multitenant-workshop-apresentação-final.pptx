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13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3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066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ideia central: a mesma Lambda atende vários clientes, cada um com seu próprio banco, e quem decide qual banco usar é o header X-Secret-Id de cada requisição — não uma variável de ambiente fixa no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Contexto: o jeito comum é amarrar a Lambda a um banco via variável de ambiente ou secret fixo. Com vários clientes isso vira N deploys idênticos. A proposta: o secret passa a ser um dado da requisição.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da esquerda para a direita. O ponto-chave é o AbstractRoutingDataSource do Spring: a cada getConnection() ele pergunta 'qual a chave?' e a chave é o secretId que o filtro guardou no ThreadLocal. O pool de cada tenant é criado uma única vez por container e fica em cache enquanto o container estiver 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DatabaseConfig.java na IDE. Tudo de multitenant vive em 3 arquivos da pasta config: SecretHeaderFilter, SecretContextHolder e DatabaseConfig. O resto do projeto não sabe que é multitenant.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demo.ps1 -Pausar. Deixar o log da aplicação visível: no 1º acesso de cada tenant aparece 'secret lido e pool criado'; nas próximas, 'pool reaproveitado do cache'. Mostrar também o POST no tenant C e que o usuário não aparece no tenant A. Fechar com os dois 400: sem header não existe banco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Pool: mesmo padrão que adotamos em julho/2026 depois de esgotar conexões do Postgres em DEV (minimumIdle=1 prendia 1 conexão por container). ThreadLocal: bug clássico e silencioso em ambiente com reuso de thread.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Mostrar docker/localstack/init-secrets.sh. Cada tenant é só um JSON no Secrets Manager com host, porta, banco, usuário e senha — o mesmo formato dos secrets de RDS. O nome do secret é o que o cliente manda no X-Secret-Id. Localmente o LocalStack faz o papel da AWS; em produção o código é o mesmo, só não existe a variável AWS_ENDPOINT_URL. Cliente novo = criar um secret novo, sem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DEV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Multitenant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função, N bancos de dados.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 é escolhido a cada requisição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pelo header X-Secret-Id.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 · Spring Boot 3 · AWS Lambda · Secrets Manager · Hikari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flipV="1">
            <a:off x="9052560" y="1828800"/>
            <a:ext cx="1005840" cy="150876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052560" y="3337560"/>
            <a:ext cx="1005840" cy="18288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052560" y="3337560"/>
            <a:ext cx="1005840" cy="187452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7315200" y="2926080"/>
            <a:ext cx="1737360" cy="82296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 txBox="1"/>
          <p:nvPr/>
        </p:nvSpPr>
        <p:spPr>
          <a:xfrm>
            <a:off x="7315200" y="2926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 lambda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058400" y="1463040"/>
            <a:ext cx="731520" cy="73152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1005840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881360" y="1645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0" y="315468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1005840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881360" y="3337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4846320"/>
            <a:ext cx="731520" cy="73152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10058400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881360" y="5029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O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fixo na Lambda não escala com clientes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914400" y="1737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fixo no deploy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10972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6687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371600" y="3429000"/>
            <a:ext cx="594360" cy="59436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26974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26974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89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2971800" y="34290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2976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42976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691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572000" y="342900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914400" y="43434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deploy por cliente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funções idênticas para manter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novo = pipeline novo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263640" y="150876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6629400" y="1737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dinâmico por requisição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366760" y="246888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 txBox="1"/>
          <p:nvPr/>
        </p:nvSpPr>
        <p:spPr>
          <a:xfrm>
            <a:off x="83667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 flipV="1">
            <a:off x="7383780" y="2971800"/>
            <a:ext cx="157734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7086600" y="3429000"/>
            <a:ext cx="594360" cy="59436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8961120" y="2971800"/>
            <a:ext cx="2286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8686800" y="34290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8961120" y="2971800"/>
            <a:ext cx="162306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0287000" y="342900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 txBox="1"/>
          <p:nvPr/>
        </p:nvSpPr>
        <p:spPr>
          <a:xfrm>
            <a:off x="6629400" y="43434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deploy atende todos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novo = secret novo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mudança de código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COMO FUNCIONA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header ao banco em 4 passos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Requisição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X-Secret-Id: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workshop/tenant-a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90672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3401568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630168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36301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SecretHeaderFilter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header.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header → 400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254496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483096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648309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SecretContextHolder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ThreadLocal com 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 requisição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96528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107424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41A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336024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933602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TenantRoutingDataSource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336024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determineCurrent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LookupKey()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364724" y="3429000"/>
            <a:ext cx="914" cy="68580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2743200" y="4114800"/>
            <a:ext cx="7621524" cy="914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2743200" y="4114800"/>
            <a:ext cx="914" cy="18288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0364724" y="4114800"/>
            <a:ext cx="914" cy="18288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4480560" cy="1783080"/>
          </a:xfrm>
          <a:prstGeom prst="roundRect">
            <a:avLst>
              <a:gd name="adj" fmla="val 6154"/>
            </a:avLst>
          </a:prstGeom>
          <a:solidFill>
            <a:srgbClr val="F2F4F8"/>
          </a:solidFill>
          <a:ln w="12700">
            <a:solidFill>
              <a:srgbClr val="D5DAE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 txBox="1"/>
          <p:nvPr/>
        </p:nvSpPr>
        <p:spPr>
          <a:xfrm>
            <a:off x="82296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 acesso do tenant no container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937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Manager → host, banco, usuário, senha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cria pool Hikari → guarda no cache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cria as tabelas se o banco estiver vazio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766560" y="4343400"/>
            <a:ext cx="4892040" cy="1783080"/>
          </a:xfrm>
          <a:prstGeom prst="roundRect">
            <a:avLst>
              <a:gd name="adj" fmla="val 6154"/>
            </a:avLst>
          </a:prstGeom>
          <a:solidFill>
            <a:srgbClr val="F2F4F8"/>
          </a:solidFill>
          <a:ln w="12700">
            <a:solidFill>
              <a:srgbClr val="D5DAE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 txBox="1"/>
          <p:nvPr/>
        </p:nvSpPr>
        <p:spPr>
          <a:xfrm>
            <a:off x="7040880" y="4526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Demais requisições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49377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reaproveitado do cache.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chamada ao Secrets Manager.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controller nunca sabe qual é o tenant.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O CÓDIGO QUE IMPORTA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método decide o banco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1F273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8A94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Object determineCurrentLookupKey()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secretId = SecretContextHolder.getSecretId();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(secretId == null || secretId.isBlank())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H2_BOOTSTRAP_KEY; // só no startup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registrarTenant(secretId); // 1ª vez: secret + pool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secretId;           // demais: cache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164592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79552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6276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 = secretId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valor do header vira a chave do pool no cache.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31089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79552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090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criado 1x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tenant, por container. Depois é leitura de HashMap.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45720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79552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553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não muda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49834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UsuarioController é um CRUD comum: não lê header nem escolhe banco. Quando ele roda, o filtro já definiu o tenant.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DEMO AO VIVO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URL, três bancos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109960" cy="685800"/>
          </a:xfrm>
          <a:prstGeom prst="roundRect">
            <a:avLst>
              <a:gd name="adj" fmla="val 16000"/>
            </a:avLst>
          </a:prstGeom>
          <a:solidFill>
            <a:srgbClr val="141A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/tenant/info      X-Secret-Id: workshop/tenant-?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11109960" cy="301752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X-Secret-Id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Usuário do banco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A5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2 usuários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tenant_b_user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3 usuários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11D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tenant_c_user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tabela criada no 1º acesso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4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(sem header)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· header obrigatório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4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workshop/tenant-x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· secret não encontrado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Roteiro: demo.ps1 -Pausar  ·  ou demo.http na IDE  ·  infra: docker compose up (Postgres + LocalStack)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PONTOS DE ATENÇÃO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quando é Lambda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45840" cy="320040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290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pequeno por tenant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383280"/>
            <a:ext cx="290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maximumPoolSize=2, minimumIdle=0.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tenants × M containers quentes = conexões no banco.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3080" y="1508760"/>
            <a:ext cx="3545840" cy="320040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312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46431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43120" y="2560320"/>
            <a:ext cx="290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ThreadLocal.clear() no finally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43120" y="3383280"/>
            <a:ext cx="290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container reaproveita a thread.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limpar, a próxima requisição herda o tenant.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520" y="1508760"/>
            <a:ext cx="3545840" cy="320040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841756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84175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7560" y="2560320"/>
            <a:ext cx="290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 acesso por tenant é mais lento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7560" y="3383280"/>
            <a:ext cx="290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Manager + conexão + schema.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disso, só cache.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O SECRET DE CADA TENANT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secret por tenant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1F273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8A94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docker/localstack/init-secrets.sh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awslocal secretsmanager create-secret \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workshop/tenant-a \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--secret-string '{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"host":     "localhost",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"port":     5433,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"dbname":   "tenant_a",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"username": "tenant_a_user",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"password": "senha_a"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}'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164592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79552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6276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 = X-Secret-Id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--name do secret é exatamente o valor enviado no header.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31089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79552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090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LocalStack no Docker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docker-compose sobe o LocalStack e roda este script ao ficar pronto.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45720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79552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553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código na AWS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49834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AWS_ENDPOINT_URL aponta o client para o LocalStack. Sem ela, vai para o Secrets Manager real.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867</Words>
  <Application>Microsoft Office PowerPoint</Application>
  <PresentationFormat>Widescreen</PresentationFormat>
  <Paragraphs>133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 Multitenant</dc:title>
  <dc:subject>PptxGenJS Presentation</dc:subject>
  <dc:creator>PptxGenJS</dc:creator>
  <cp:lastModifiedBy>Kevin Neri</cp:lastModifiedBy>
  <cp:revision>2</cp:revision>
  <dcterms:created xsi:type="dcterms:W3CDTF">2026-09-28T13:53:58Z</dcterms:created>
  <dcterms:modified xsi:type="dcterms:W3CDTF">2026-09-28T14:15:21Z</dcterms:modified>
</cp:coreProperties>
</file>