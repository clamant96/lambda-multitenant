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066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A ideia central: a mesma Lambda atende vários clientes, cada um com seu próprio banco, e quem decide qual banco usar é o header X-Secret-Id de cada requisição — não uma variável de ambiente fixa no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Contexto: o jeito comum é amarrar a Lambda a um banco via variável de ambiente ou secret fixo. Com vários clientes isso vira N deploys idênticos. A proposta: o secret passa a ser um dado da requisição.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Percorrer da esquerda para a direita. O ponto-chave é o AbstractRoutingDataSource do Spring: a cada getConnection() ele pergunta 'qual a chave?' e a chave é o secretId que o filtro guardou no ThreadLocal. O pool de cada tenant é criado uma única vez por container e fica em cache enquanto o container estiver quente.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DatabaseConfig.java na IDE. Tudo de multitenant vive em 3 arquivos da pasta config: SecretHeaderFilter, SecretContextHolder e DatabaseConfig. O resto do projeto não sabe que é multitenant.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demo.ps1 -Pausar. Deixar o log da aplicação visível: no 1º acesso de cada tenant aparece 'secret lido e pool criado'; nas próximas, 'pool reaproveitado do cache'. Mostrar também o POST no tenant C e que o usuário não aparece no tenant A. Fechar com os dois 400: sem header não existe banco padrão.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Pool: mesmo padrão que adotamos em julho/2026 depois de esgotar conexões do Postgres em DEV (minimumIdle=1 prendia 1 conexão por container). ThreadLocal: bug clássico e silencioso em ambiente com reuso de thread.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 DEV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7452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Lambda Multitenant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Uma função, N bancos de dados.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banco é escolhido a cada requisição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pelo header X-Secret-Id.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8A94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17 · Spring Boot 3 · AWS Lambda · Secrets Manager · Hikari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 flipV="1">
            <a:off x="9052560" y="1828800"/>
            <a:ext cx="1005840" cy="1508760"/>
          </a:xfrm>
          <a:prstGeom prst="line">
            <a:avLst/>
          </a:prstGeom>
          <a:noFill/>
          <a:ln w="25400">
            <a:solidFill>
              <a:srgbClr val="4A55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9052560" y="3337560"/>
            <a:ext cx="1005840" cy="182880"/>
          </a:xfrm>
          <a:prstGeom prst="line">
            <a:avLst/>
          </a:prstGeom>
          <a:noFill/>
          <a:ln w="25400">
            <a:solidFill>
              <a:srgbClr val="4A55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052560" y="3337560"/>
            <a:ext cx="1005840" cy="1874520"/>
          </a:xfrm>
          <a:prstGeom prst="line">
            <a:avLst/>
          </a:prstGeom>
          <a:noFill/>
          <a:ln w="25400">
            <a:solidFill>
              <a:srgbClr val="4A557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7315200" y="2926080"/>
            <a:ext cx="1737360" cy="82296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7315200" y="2926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 lambda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58400" y="1463040"/>
            <a:ext cx="731520" cy="73152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10058400" y="14630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0881360" y="16459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0" y="3154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10058400" y="3154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10881360" y="33375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0058400" y="4846320"/>
            <a:ext cx="731520" cy="73152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10058400" y="4846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0" y="50292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tenant_c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O PROBLEMA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Banco fixo na Lambda não escala com clientes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91440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fixo no deploy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097280" y="24688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8A94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1097280" y="2468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668780" y="2971800"/>
            <a:ext cx="914" cy="45720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371600" y="3429000"/>
            <a:ext cx="594360" cy="59436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697480" y="24688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8A94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2697480" y="2468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68980" y="2971800"/>
            <a:ext cx="914" cy="45720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2971800" y="3429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4297680" y="2468880"/>
            <a:ext cx="1143000" cy="502920"/>
          </a:xfrm>
          <a:prstGeom prst="roundRect">
            <a:avLst>
              <a:gd name="adj" fmla="val 14545"/>
            </a:avLst>
          </a:prstGeom>
          <a:solidFill>
            <a:srgbClr val="8A94A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4297680" y="246888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 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69180" y="2971800"/>
            <a:ext cx="914" cy="457200"/>
          </a:xfrm>
          <a:prstGeom prst="line">
            <a:avLst/>
          </a:prstGeom>
          <a:noFill/>
          <a:ln w="25400">
            <a:solidFill>
              <a:srgbClr val="8A94A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72000" y="342900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914400" y="43434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deploy por cliente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funções idênticas para manter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novo = pipeline novo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63640" y="150876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 txBox="1"/>
          <p:nvPr/>
        </p:nvSpPr>
        <p:spPr>
          <a:xfrm>
            <a:off x="6629400" y="1737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dinâmico por requisição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366760" y="246888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 txBox="1"/>
          <p:nvPr/>
        </p:nvSpPr>
        <p:spPr>
          <a:xfrm>
            <a:off x="836676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λ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 flipV="1">
            <a:off x="7383780" y="2971800"/>
            <a:ext cx="157734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7086600" y="3429000"/>
            <a:ext cx="594360" cy="594360"/>
          </a:xfrm>
          <a:prstGeom prst="ellipse">
            <a:avLst/>
          </a:prstGeom>
          <a:solidFill>
            <a:srgbClr val="0EA5A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Shape 23"/>
          <p:cNvSpPr/>
          <p:nvPr/>
        </p:nvSpPr>
        <p:spPr>
          <a:xfrm>
            <a:off x="8961120" y="2971800"/>
            <a:ext cx="2286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8686800" y="342900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Shape 25"/>
          <p:cNvSpPr/>
          <p:nvPr/>
        </p:nvSpPr>
        <p:spPr>
          <a:xfrm>
            <a:off x="8961120" y="2971800"/>
            <a:ext cx="162306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10287000" y="3429000"/>
            <a:ext cx="594360" cy="594360"/>
          </a:xfrm>
          <a:prstGeom prst="ellipse">
            <a:avLst/>
          </a:prstGeom>
          <a:solidFill>
            <a:srgbClr val="E11D4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 txBox="1"/>
          <p:nvPr/>
        </p:nvSpPr>
        <p:spPr>
          <a:xfrm>
            <a:off x="6629400" y="43434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deploy atende todos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novo = secret novo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mudança de código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COMO FUNCIONA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header ao banco em 4 passos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Requisição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X-Secret-Id: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workshop/tenant-a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90672" y="2514600"/>
            <a:ext cx="283464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401568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630168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6301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30168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SecretHeaderFilter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3630168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o header.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header → 400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2514600"/>
            <a:ext cx="283464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6254496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483096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 txBox="1"/>
          <p:nvPr/>
        </p:nvSpPr>
        <p:spPr>
          <a:xfrm>
            <a:off x="648309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483096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SecretContextHolder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483096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ThreadLocal com o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da requisição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796528" y="2514600"/>
            <a:ext cx="283464" cy="914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22" name="Shape 20"/>
          <p:cNvSpPr/>
          <p:nvPr/>
        </p:nvSpPr>
        <p:spPr>
          <a:xfrm>
            <a:off x="9107424" y="1600200"/>
            <a:ext cx="2514600" cy="1828800"/>
          </a:xfrm>
          <a:prstGeom prst="roundRect">
            <a:avLst>
              <a:gd name="adj" fmla="val 6000"/>
            </a:avLst>
          </a:prstGeom>
          <a:solidFill>
            <a:srgbClr val="141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9336024" y="18288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 txBox="1"/>
          <p:nvPr/>
        </p:nvSpPr>
        <p:spPr>
          <a:xfrm>
            <a:off x="933602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9336024" y="24231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TenantRoutingDataSource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9336024" y="278892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determineCurrent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C9D1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LookupKey()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364724" y="3429000"/>
            <a:ext cx="914" cy="685800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Shape 26"/>
          <p:cNvSpPr/>
          <p:nvPr/>
        </p:nvSpPr>
        <p:spPr>
          <a:xfrm>
            <a:off x="2743200" y="4114800"/>
            <a:ext cx="7621524" cy="914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2743200" y="4114800"/>
            <a:ext cx="914" cy="182880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10364724" y="4114800"/>
            <a:ext cx="914" cy="182880"/>
          </a:xfrm>
          <a:prstGeom prst="line">
            <a:avLst/>
          </a:prstGeom>
          <a:noFill/>
          <a:ln w="25400">
            <a:solidFill>
              <a:srgbClr val="1B2130"/>
            </a:solidFill>
            <a:prstDash val="solid"/>
            <a:tailEnd type="triangle"/>
          </a:ln>
        </p:spPr>
        <p:txBody>
          <a:bodyPr/>
          <a:lstStyle/>
          <a:p>
            <a:endParaRPr lang="pt-BR"/>
          </a:p>
        </p:txBody>
      </p:sp>
      <p:sp>
        <p:nvSpPr>
          <p:cNvPr id="31" name="Shape 29"/>
          <p:cNvSpPr/>
          <p:nvPr/>
        </p:nvSpPr>
        <p:spPr>
          <a:xfrm>
            <a:off x="548640" y="4343400"/>
            <a:ext cx="4480560" cy="178308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 txBox="1"/>
          <p:nvPr/>
        </p:nvSpPr>
        <p:spPr>
          <a:xfrm>
            <a:off x="822960" y="4526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acesso do tenant no container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822960" y="4937760"/>
            <a:ext cx="4114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 → host, banco, usuário, senha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cria pool Hikari → guarda no cache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cria as tabelas se o banco estiver vazio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66560" y="4343400"/>
            <a:ext cx="4892040" cy="1783080"/>
          </a:xfrm>
          <a:prstGeom prst="roundRect">
            <a:avLst>
              <a:gd name="adj" fmla="val 6154"/>
            </a:avLst>
          </a:prstGeom>
          <a:solidFill>
            <a:srgbClr val="F2F4F8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 txBox="1"/>
          <p:nvPr/>
        </p:nvSpPr>
        <p:spPr>
          <a:xfrm>
            <a:off x="7040880" y="4526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Demais requisições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7040880" y="4937760"/>
            <a:ext cx="4480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reaproveitado do cache.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chamada ao Secrets Manager.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controller nunca sabe qual é o tenant.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A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O CÓDIGO QUE IMPORTA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método decide o banco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949440" cy="4343400"/>
          </a:xfrm>
          <a:prstGeom prst="roundRect">
            <a:avLst>
              <a:gd name="adj" fmla="val 2526"/>
            </a:avLst>
          </a:prstGeom>
          <a:solidFill>
            <a:srgbClr val="1F273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64922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8A94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@Override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protected Object determineCurrentLookupKey()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secretId = SecretContextHolder.getSecretId();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(secretId == null || secretId.isBlank())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H2_BOOTSTRAP_KEY; // só no startup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registrarTenant(secretId); // 1ª vez: secret + pool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secretId;           // demais: cache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6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955280" y="164592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7955280" y="1645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0" y="162763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Chave = secretId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0" y="20574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mesmo valor do header vira a chave do pool no cache.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955280" y="310896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795528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0" y="309067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criado 1x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0" y="35204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tenant, por container. Depois é leitura de HashMap.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45720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79552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455371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não muda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686800" y="498348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9D1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UsuarioController é um CRUD comum: não lê header nem escolhe banco. Quando ele roda, o filtro já definiu o tenant.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DEMO AO VIVO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Mesma URL, três bancos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109960" cy="685800"/>
          </a:xfrm>
          <a:prstGeom prst="roundRect">
            <a:avLst>
              <a:gd name="adj" fmla="val 16000"/>
            </a:avLst>
          </a:prstGeom>
          <a:solidFill>
            <a:srgbClr val="141A2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22960" y="150876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/tenant/info      X-Secret-Id: workshop/tenant-?</a:t>
            </a:r>
            <a:endParaRPr lang="en-US" sz="1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11109960" cy="30175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X-Secret-Id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Usuário do banco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B647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Resultado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0EA5A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tenant_a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tenant_a_user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· 2 usuários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7C3AED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workshop/tenant-b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tenant_b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tenant_b_user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· 3 usuários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11D4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tenant_c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tenant_c_user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 · tabela criada no 1º acesso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(sem header)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· header obrigatório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B647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workshop/tenant-x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1B21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B91C1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· secret não encontrado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0" marB="0" anchor="ctr">
                    <a:lnL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A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Roteiro: demo.ps1 -Pausar  ·  ou demo.http na IDE  ·  infra: docker compose up (Postgres + LocalStack)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PONTOS DE ATENÇÃO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muda quando é Lambda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45840" cy="32004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 txBox="1"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560320"/>
            <a:ext cx="290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pequeno por tenant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83280"/>
            <a:ext cx="2905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maximumPoolSize=2, minimumIdle=0.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tenants × M containers quentes = conexões no banco.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3080" y="1508760"/>
            <a:ext cx="3545840" cy="32004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64312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46431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43120" y="2560320"/>
            <a:ext cx="290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ThreadLocal.clear() no finally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43120" y="3383280"/>
            <a:ext cx="2905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container reaproveita a thread.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limpar, a próxima requisição herda o tenant.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97520" y="1508760"/>
            <a:ext cx="3545840" cy="3200400"/>
          </a:xfrm>
          <a:prstGeom prst="roundRect">
            <a:avLst>
              <a:gd name="adj" fmla="val 5000"/>
            </a:avLst>
          </a:prstGeom>
          <a:solidFill>
            <a:srgbClr val="F2F4F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417560" y="182880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 txBox="1"/>
          <p:nvPr/>
        </p:nvSpPr>
        <p:spPr>
          <a:xfrm>
            <a:off x="841756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1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417560" y="2560320"/>
            <a:ext cx="2905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B21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acesso por tenant é mais lento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17560" y="3383280"/>
            <a:ext cx="2905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Secrets Manager + conexão + schema.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5B64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Depois disso, só cache.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867</Words>
  <Application>Microsoft Office PowerPoint</Application>
  <PresentationFormat>Widescreen</PresentationFormat>
  <Paragraphs>133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Lambda Multitenant</dc:title>
  <dc:subject>PptxGenJS Presentation</dc:subject>
  <dc:creator>PptxGenJS</dc:creator>
  <cp:lastModifiedBy>Kevin Neri</cp:lastModifiedBy>
  <cp:revision>2</cp:revision>
  <dcterms:created xsi:type="dcterms:W3CDTF">2026-09-28T13:53:58Z</dcterms:created>
  <dcterms:modified xsi:type="dcterms:W3CDTF">2026-09-28T14:15:21Z</dcterms:modified>
</cp:coreProperties>
</file>